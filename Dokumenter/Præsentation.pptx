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475BC4-5A78-36D9-DC26-D5D35D065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B28985F-2D50-E0E6-37A1-8C8954E95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E10AB6B-DEAF-8F62-7340-C85A2250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4F1AB31-9846-207F-F309-62B533A7E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1B3317-D2B6-CC4B-9FA2-179DE3E6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120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0ED367-29CF-ADE7-C10F-43BD7550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C06410-5433-ABD7-3966-BDE6BB466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524F882-6257-6585-70AF-85741D53A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1032F27-CD68-70A7-5D0E-674FE82D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332842-3156-F697-7C12-B85885FF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988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5592E5-57FC-1C34-67E0-075BEA23C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710AABD-F3CC-C616-338E-FEFF6E7E5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1A6EFCA-D2F4-C228-5AE8-65F47CAA9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A193423-10FA-7DEA-9FFA-6A59C7D8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73F7E19-38E2-B3CA-7AF2-EA4688D1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42589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A0587B-0B68-FAEC-FD4C-3650082E5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9E8FF01-1600-6149-855B-C9F2A38EA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362F76A4-52B9-7717-344A-06AB31155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B8B3E9A-0361-6FFF-AA51-CCE6774ED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5092560-A627-4C4A-DAF1-9881EA18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B403522-56E6-0629-CFD7-5DBE4BD6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074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42D495-5ABE-98FF-F5E3-FBBD1B7BC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20AD0F9-BEA5-7C05-1AAD-551B7A8E7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12A153EC-CDE9-9582-7807-9B579C517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3B13224F-5712-8BFD-1F9B-E18F783947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71DD0D7-FE17-28D1-EFF0-79DB8853B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8D58EADD-5DEF-E98F-D1AA-F180E731C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0BAD9DC1-A74D-FFFB-1CB5-882231DD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E2CD293D-48F3-B689-B261-E4B40DDB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8572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52F71-0936-564F-BDEB-2945CCC4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912B8FF-A447-795D-2065-4224F27AD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6E3B7382-161D-D299-B7E8-52327B07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0333557A-F2E4-58CC-A4B3-BF81A2DA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3935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DC6D5DD-EE1E-4883-4B21-F4F4AAD6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258407C-8FE0-2AED-9BE1-155D54BA4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1742E20-6897-24CB-6492-F6C6AC8D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4992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E0351D-64CF-2895-72B4-6F8B84A2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71C477-4A73-7183-40BB-802B17819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2B79CBC-9867-5906-5DBB-C34A57D2D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AEACFD3-6B8F-9A0F-9133-F742E354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8160771-1D0B-DDE5-08F7-32E2F1A1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D4EA101-C7C9-3AEE-FEDA-504BD0EF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362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B08707-FB94-C8AA-D8F7-BE9368D4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DCAF30BD-A01B-B650-96EC-E7915C329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F591897-643A-9543-1C21-7A6F5BEE4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168B69D-F959-326E-E88F-681055AC2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E6AAE3-9717-2361-9BFF-2FC0F34B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1CDBAB9F-DF27-8F35-FF01-C8572034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0271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4B02E-5D63-508E-1C4C-7695C5AA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4A940FF7-4107-9A72-0D0A-D75E6476D9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9D5C98C-0348-9D75-6AAB-264E63DBD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5FF833E-8BF8-A818-DA82-CD3F726E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CDBB2D5-EB67-F935-8D24-D2713065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5583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DCF6795-B3D4-DFE3-1416-D2A0D9E34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2F56C43F-D891-2EB8-8D3A-3AA5FD56C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9002D15-5C20-0BBE-2CEE-1444F670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9182521-9F6D-DCE7-F097-47FE75AE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6305DAAC-DFAA-AA17-4366-DD6AA2D6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863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F5AF2DB7-5A55-B2C5-53BA-8AB5B13E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9F005F7-3317-621C-8106-313774C64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D57A05D-8DE9-9648-039A-3C178DF23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95BED4-7E6E-476C-8F65-D62EAE65B00C}" type="datetimeFigureOut">
              <a:rPr lang="da-DK" smtClean="0"/>
              <a:t>03-12-2025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D8ECB1A-7B63-4EC3-634C-0D57DAA31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E3E2391-3E05-FE2F-449A-F6F01FDC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FD865-518D-46A1-8121-5BFDC39335F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093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D2C9E-D330-6124-7819-05C2929AB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F131966-9D98-0096-3C3C-17AAEEED68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928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Office-tema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Nicklas Jensen</dc:creator>
  <cp:lastModifiedBy>Nicklas Jensen</cp:lastModifiedBy>
  <cp:revision>1</cp:revision>
  <dcterms:created xsi:type="dcterms:W3CDTF">2025-12-03T14:14:19Z</dcterms:created>
  <dcterms:modified xsi:type="dcterms:W3CDTF">2025-12-03T14:14:41Z</dcterms:modified>
</cp:coreProperties>
</file>